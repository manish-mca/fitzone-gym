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632" r:id="rId3"/>
    <p:sldId id="633" r:id="rId4"/>
    <p:sldId id="637" r:id="rId5"/>
    <p:sldId id="639" r:id="rId6"/>
    <p:sldId id="635" r:id="rId7"/>
    <p:sldId id="636" r:id="rId8"/>
    <p:sldId id="634" r:id="rId9"/>
    <p:sldId id="638" r:id="rId1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DEE9EA"/>
    <a:srgbClr val="FFFFFF"/>
    <a:srgbClr val="3A30FA"/>
    <a:srgbClr val="FF6600"/>
    <a:srgbClr val="F139E4"/>
    <a:srgbClr val="B8525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3303" autoAdjust="0"/>
  </p:normalViewPr>
  <p:slideViewPr>
    <p:cSldViewPr showGuides="1">
      <p:cViewPr varScale="1">
        <p:scale>
          <a:sx n="80" d="100"/>
          <a:sy n="80" d="100"/>
        </p:scale>
        <p:origin x="100" y="48"/>
      </p:cViewPr>
      <p:guideLst>
        <p:guide orient="horz" pos="2160"/>
        <p:guide pos="3840"/>
      </p:guideLst>
    </p:cSldViewPr>
  </p:slideViewPr>
  <p:outlineViewPr>
    <p:cViewPr>
      <p:scale>
        <a:sx n="33" d="100"/>
        <a:sy n="33" d="100"/>
      </p:scale>
      <p:origin x="0" y="-11652"/>
    </p:cViewPr>
  </p:outlineViewPr>
  <p:notesTextViewPr>
    <p:cViewPr>
      <p:scale>
        <a:sx n="300" d="100"/>
        <a:sy n="300" d="100"/>
      </p:scale>
      <p:origin x="0" y="0"/>
    </p:cViewPr>
  </p:notesTextViewPr>
  <p:sorterViewPr>
    <p:cViewPr>
      <p:scale>
        <a:sx n="100" d="100"/>
        <a:sy n="100" d="100"/>
      </p:scale>
      <p:origin x="0" y="10314"/>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ea typeface="MS PGothic" panose="020B0600070205080204" pitchFamily="34"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defRPr>
            </a:lvl1pPr>
          </a:lstStyle>
          <a:p>
            <a:fld id="{88709C98-B80A-4F28-AF74-CF08CF81A715}" type="datetime1">
              <a:rPr lang="en-US"/>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wrap="square" lIns="91440" tIns="45720" rIns="91440" bIns="45720" numCol="1" anchor="ctr" anchorCtr="0" compatLnSpc="1"/>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ea typeface="MS PGothic" panose="020B0600070205080204" pitchFamily="34"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defRPr>
            </a:lvl1pPr>
          </a:lstStyle>
          <a:p>
            <a:fld id="{4D112868-65FD-4572-A383-97DC0EC9B913}" type="slidenum">
              <a:rPr lang="en-US"/>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7315200" cy="914400"/>
          </a:xfrm>
        </p:spPr>
        <p:txBody>
          <a:bodyPr/>
          <a:lstStyle/>
          <a:p>
            <a:r>
              <a:rPr lang="en-US" dirty="0"/>
              <a:t>Click to edit Master title style</a:t>
            </a:r>
            <a:endParaRPr lang="en-US" dirty="0"/>
          </a:p>
        </p:txBody>
      </p:sp>
      <p:sp>
        <p:nvSpPr>
          <p:cNvPr id="3" name="Subtitle 2"/>
          <p:cNvSpPr>
            <a:spLocks noGrp="1"/>
          </p:cNvSpPr>
          <p:nvPr>
            <p:ph type="subTitle" idx="1"/>
          </p:nvPr>
        </p:nvSpPr>
        <p:spPr>
          <a:xfrm>
            <a:off x="711200" y="1371600"/>
            <a:ext cx="108712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4E311557-8D20-4339-87F6-9BAD3AC915D0}" type="datetime1">
              <a:rPr lang="en-US" smtClean="0"/>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By: Jaspreet S. Bajaj</a:t>
            </a:r>
            <a:endParaRPr lang="en-US"/>
          </a:p>
        </p:txBody>
      </p:sp>
      <p:sp>
        <p:nvSpPr>
          <p:cNvPr id="6" name="Slide Number Placeholder 5"/>
          <p:cNvSpPr>
            <a:spLocks noGrp="1"/>
          </p:cNvSpPr>
          <p:nvPr>
            <p:ph type="sldNum" sz="quarter" idx="12"/>
          </p:nvPr>
        </p:nvSpPr>
        <p:spPr/>
        <p:txBody>
          <a:bodyPr/>
          <a:lstStyle>
            <a:lvl1pPr>
              <a:defRPr/>
            </a:lvl1pPr>
          </a:lstStyle>
          <a:p>
            <a:fld id="{FFC4ABB8-5B0F-4AA4-B6A6-7C7E2BD089D3}"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0329" y="696603"/>
            <a:ext cx="8534400" cy="838200"/>
          </a:xfrm>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 name="Date Placeholder 3"/>
          <p:cNvSpPr>
            <a:spLocks noGrp="1"/>
          </p:cNvSpPr>
          <p:nvPr>
            <p:ph type="dt" sz="half" idx="10"/>
          </p:nvPr>
        </p:nvSpPr>
        <p:spPr/>
        <p:txBody>
          <a:bodyPr/>
          <a:lstStyle>
            <a:lvl1pPr>
              <a:defRPr/>
            </a:lvl1pPr>
          </a:lstStyle>
          <a:p>
            <a:fld id="{034BF956-50EC-41E9-9BAC-9FD8BB43F14B}" type="datetime1">
              <a:rPr lang="en-US" smtClean="0"/>
            </a:fld>
            <a:endParaRPr lang="en-US"/>
          </a:p>
        </p:txBody>
      </p:sp>
      <p:sp>
        <p:nvSpPr>
          <p:cNvPr id="11" name="Footer Placeholder 4"/>
          <p:cNvSpPr>
            <a:spLocks noGrp="1"/>
          </p:cNvSpPr>
          <p:nvPr>
            <p:ph type="ftr" sz="quarter" idx="11"/>
          </p:nvPr>
        </p:nvSpPr>
        <p:spPr/>
        <p:txBody>
          <a:bodyPr/>
          <a:lstStyle>
            <a:lvl1pPr>
              <a:defRPr/>
            </a:lvl1pPr>
          </a:lstStyle>
          <a:p>
            <a:pPr>
              <a:defRPr/>
            </a:pPr>
            <a:r>
              <a:rPr lang="en-US"/>
              <a:t>By: Jaspreet S. Bajaj</a:t>
            </a:r>
            <a:endParaRPr lang="en-US"/>
          </a:p>
        </p:txBody>
      </p:sp>
      <p:sp>
        <p:nvSpPr>
          <p:cNvPr id="12" name="Slide Number Placeholder 5"/>
          <p:cNvSpPr>
            <a:spLocks noGrp="1"/>
          </p:cNvSpPr>
          <p:nvPr>
            <p:ph type="sldNum" sz="quarter" idx="12"/>
          </p:nvPr>
        </p:nvSpPr>
        <p:spPr/>
        <p:txBody>
          <a:bodyPr/>
          <a:lstStyle>
            <a:lvl1pPr>
              <a:defRPr/>
            </a:lvl1pPr>
          </a:lstStyle>
          <a:p>
            <a:fld id="{8BD8F058-9003-4658-AA47-7D4800AF7EA2}"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8636000" cy="8382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609600" y="1371601"/>
            <a:ext cx="109728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a:defRPr sz="1200">
                <a:solidFill>
                  <a:srgbClr val="898989"/>
                </a:solidFill>
                <a:latin typeface="Calibri" panose="020F0502020204030204" pitchFamily="34" charset="0"/>
              </a:defRPr>
            </a:lvl1pPr>
          </a:lstStyle>
          <a:p>
            <a:fld id="{EAB91122-F498-43A8-AE06-244B71F13020}" type="datetime1">
              <a:rPr lang="en-US" smtClean="0"/>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lstStyle>
            <a:lvl1pPr algn="ctr">
              <a:defRPr sz="1200">
                <a:solidFill>
                  <a:srgbClr val="898989"/>
                </a:solidFill>
                <a:latin typeface="Calibri" panose="020F0502020204030204" pitchFamily="34" charset="0"/>
                <a:ea typeface="MS PGothic" panose="020B0600070205080204" pitchFamily="34" charset="-128"/>
                <a:cs typeface="+mn-cs"/>
              </a:defRPr>
            </a:lvl1pPr>
          </a:lstStyle>
          <a:p>
            <a:pPr>
              <a:defRPr/>
            </a:pPr>
            <a:r>
              <a:rPr lang="en-US"/>
              <a:t>By: Jaspreet S. Bajaj</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34" charset="0"/>
              </a:defRPr>
            </a:lvl1pPr>
          </a:lstStyle>
          <a:p>
            <a:fld id="{775DC763-8AAC-4A07-A453-38B55A3783BD}" type="slidenum">
              <a:rPr lang="en-US"/>
            </a:fld>
            <a:endParaRPr lang="en-US"/>
          </a:p>
        </p:txBody>
      </p:sp>
      <p:sp>
        <p:nvSpPr>
          <p:cNvPr id="1031" name="Rectangle 11"/>
          <p:cNvSpPr>
            <a:spLocks noChangeArrowheads="1"/>
          </p:cNvSpPr>
          <p:nvPr/>
        </p:nvSpPr>
        <p:spPr bwMode="auto">
          <a:xfrm>
            <a:off x="0" y="0"/>
            <a:ext cx="12192000" cy="838200"/>
          </a:xfrm>
          <a:prstGeom prst="rect">
            <a:avLst/>
          </a:prstGeom>
          <a:solidFill>
            <a:srgbClr val="FF3300"/>
          </a:solidFill>
          <a:ln w="9525">
            <a:noFill/>
            <a:miter lim="800000"/>
          </a:ln>
        </p:spPr>
        <p:txBody>
          <a:bodyPr wrap="none" anchor="ctr"/>
          <a:lstStyle/>
          <a:p>
            <a:endParaRPr lang="en-US">
              <a:latin typeface="Calibri" panose="020F0502020204030204" pitchFamily="34" charset="0"/>
            </a:endParaRPr>
          </a:p>
        </p:txBody>
      </p:sp>
      <p:sp>
        <p:nvSpPr>
          <p:cNvPr id="8" name="Rectangle 11"/>
          <p:cNvSpPr>
            <a:spLocks noChangeArrowheads="1"/>
          </p:cNvSpPr>
          <p:nvPr/>
        </p:nvSpPr>
        <p:spPr bwMode="auto">
          <a:xfrm flipV="1">
            <a:off x="0" y="6705600"/>
            <a:ext cx="12192000" cy="198116"/>
          </a:xfrm>
          <a:prstGeom prst="rect">
            <a:avLst/>
          </a:prstGeom>
          <a:solidFill>
            <a:srgbClr val="FF0000"/>
          </a:solidFill>
          <a:ln w="9525">
            <a:noFill/>
            <a:miter lim="800000"/>
          </a:ln>
          <a:effectLst/>
          <a:scene3d>
            <a:camera prst="orthographicFront"/>
            <a:lightRig rig="threePt" dir="t"/>
          </a:scene3d>
          <a:sp3d>
            <a:bevelB/>
          </a:sp3d>
        </p:spPr>
        <p:txBody>
          <a:bodyPr wrap="none" anchor="ctr"/>
          <a:lstStyle/>
          <a:p>
            <a:pPr>
              <a:defRPr/>
            </a:pPr>
            <a:endParaRPr lang="en-US">
              <a:latin typeface="Calibri" panose="020F0502020204030204" pitchFamily="34" charset="0"/>
              <a:ea typeface="MS PGothic" panose="020B0600070205080204" pitchFamily="34" charset="-128"/>
            </a:endParaRPr>
          </a:p>
        </p:txBody>
      </p:sp>
      <p:pic>
        <p:nvPicPr>
          <p:cNvPr id="1038" name="Picture 15" descr="logo.jpg"/>
          <p:cNvPicPr>
            <a:picLocks noChangeAspect="1"/>
          </p:cNvPicPr>
          <p:nvPr/>
        </p:nvPicPr>
        <p:blipFill rotWithShape="1">
          <a:blip r:embed="rId3"/>
          <a:srcRect l="3333" r="3333"/>
          <a:stretch>
            <a:fillRect/>
          </a:stretch>
        </p:blipFill>
        <p:spPr bwMode="auto">
          <a:xfrm>
            <a:off x="9144000" y="36526"/>
            <a:ext cx="2844800" cy="725474"/>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rtl="0" eaLnBrk="0" fontAlgn="base" hangingPunct="0">
        <a:spcBef>
          <a:spcPct val="0"/>
        </a:spcBef>
        <a:spcAft>
          <a:spcPct val="0"/>
        </a:spcAft>
        <a:defRPr sz="3000" kern="1200">
          <a:solidFill>
            <a:schemeClr val="tx1"/>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000">
          <a:solidFill>
            <a:schemeClr val="tx1"/>
          </a:solidFill>
          <a:latin typeface="Calibri" panose="020F050202020403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6pPr>
      <a:lvl7pPr marL="9144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7pPr>
      <a:lvl8pPr marL="13716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8pPr>
      <a:lvl9pPr marL="1828800" algn="ctr" rtl="0" fontAlgn="base">
        <a:spcBef>
          <a:spcPct val="0"/>
        </a:spcBef>
        <a:spcAft>
          <a:spcPct val="0"/>
        </a:spcAft>
        <a:defRPr sz="3000">
          <a:solidFill>
            <a:schemeClr val="tx1"/>
          </a:solidFill>
          <a:latin typeface="Calibri" panose="020F0502020204030204" pitchFamily="34" charset="0"/>
          <a:ea typeface="MS PGothic" panose="020B0600070205080204" pitchFamily="34"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S PGothic" panose="020B0600070205080204" pitchFamily="34" charset="-128"/>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S PGothic" panose="020B0600070205080204" pitchFamily="34" charset="-128"/>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panose="020B0600070205080204" pitchFamily="34" charset="-128"/>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S PGothic" panose="020B0600070205080204" pitchFamily="34" charset="-128"/>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5715000" y="-381000"/>
            <a:ext cx="3429000" cy="381000"/>
          </a:xfrm>
        </p:spPr>
        <p:txBody>
          <a:bodyPr/>
          <a:lstStyle/>
          <a:p>
            <a:endParaRPr lang="en-US" b="1" u="sng"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sp>
        <p:nvSpPr>
          <p:cNvPr id="10" name="TextBox 9"/>
          <p:cNvSpPr txBox="1"/>
          <p:nvPr/>
        </p:nvSpPr>
        <p:spPr>
          <a:xfrm>
            <a:off x="4419600" y="828923"/>
            <a:ext cx="3194851" cy="707886"/>
          </a:xfrm>
          <a:prstGeom prst="rect">
            <a:avLst/>
          </a:prstGeom>
          <a:noFill/>
        </p:spPr>
        <p:txBody>
          <a:bodyPr wrap="square" rtlCol="0">
            <a:spAutoFit/>
          </a:bodyPr>
          <a:lstStyle/>
          <a:p>
            <a:r>
              <a:rPr lang="en-US" sz="4000" dirty="0">
                <a:effectLst>
                  <a:reflection blurRad="6350" stA="55000" endA="50" endPos="85000" dir="5400000" sy="-100000" algn="bl" rotWithShape="0"/>
                </a:effectLst>
                <a:latin typeface="Arial Black" panose="020B0A04020102020204" pitchFamily="34" charset="0"/>
              </a:rPr>
              <a:t>FITZONE</a:t>
            </a:r>
            <a:endParaRPr lang="en-US" sz="4000" dirty="0">
              <a:effectLst>
                <a:reflection blurRad="6350" stA="55000" endA="50" endPos="85000" dir="5400000" sy="-100000" algn="bl" rotWithShape="0"/>
              </a:effectLst>
              <a:latin typeface="Arial Black" panose="020B0A04020102020204" pitchFamily="34" charset="0"/>
            </a:endParaRPr>
          </a:p>
        </p:txBody>
      </p:sp>
      <p:sp>
        <p:nvSpPr>
          <p:cNvPr id="3" name="TextBox 2"/>
          <p:cNvSpPr txBox="1"/>
          <p:nvPr/>
        </p:nvSpPr>
        <p:spPr>
          <a:xfrm>
            <a:off x="265706" y="5615583"/>
            <a:ext cx="4191000"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Submitted by – Yash   2510977067</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Manish 2510987026</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Raghav 2510987057</a:t>
            </a:r>
            <a:endParaRPr lang="en-US" b="1" dirty="0">
              <a:latin typeface="Times New Roman" panose="02020603050405020304" pitchFamily="18" charset="0"/>
              <a:cs typeface="Times New Roman" panose="02020603050405020304" pitchFamily="18" charset="0"/>
            </a:endParaRPr>
          </a:p>
        </p:txBody>
      </p:sp>
      <p:pic>
        <p:nvPicPr>
          <p:cNvPr id="12" name="Content Placeholder 11"/>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09800" y="1536809"/>
            <a:ext cx="7391400" cy="3840163"/>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8534400" cy="838200"/>
          </a:xfrm>
        </p:spPr>
        <p:txBody>
          <a:bodyPr/>
          <a:lstStyle/>
          <a:p>
            <a:r>
              <a:rPr lang="en-US" b="1" u="sng" dirty="0">
                <a:latin typeface="Baskerville Old Face" panose="02020602080505020303" pitchFamily="18" charset="0"/>
              </a:rPr>
              <a:t>Introduction</a:t>
            </a:r>
            <a:endParaRPr lang="en-US" b="1" u="sng" dirty="0">
              <a:latin typeface="Baskerville Old Face" panose="02020602080505020303" pitchFamily="18" charset="0"/>
            </a:endParaRPr>
          </a:p>
        </p:txBody>
      </p:sp>
      <p:sp>
        <p:nvSpPr>
          <p:cNvPr id="3" name="Content Placeholder 2"/>
          <p:cNvSpPr>
            <a:spLocks noGrp="1"/>
          </p:cNvSpPr>
          <p:nvPr>
            <p:ph idx="1"/>
          </p:nvPr>
        </p:nvSpPr>
        <p:spPr>
          <a:xfrm>
            <a:off x="609600" y="1371601"/>
            <a:ext cx="5715000" cy="4525963"/>
          </a:xfrm>
        </p:spPr>
        <p:txBody>
          <a:bodyPr/>
          <a:lstStyle/>
          <a:p>
            <a:r>
              <a:rPr lang="en-US" sz="2000" b="1" dirty="0" err="1">
                <a:latin typeface="Times New Roman" panose="02020603050405020304" pitchFamily="18" charset="0"/>
                <a:cs typeface="Times New Roman" panose="02020603050405020304" pitchFamily="18" charset="0"/>
              </a:rPr>
              <a:t>FitZone</a:t>
            </a:r>
            <a:r>
              <a:rPr lang="en-US" sz="2000" b="1" dirty="0">
                <a:latin typeface="Times New Roman" panose="02020603050405020304" pitchFamily="18" charset="0"/>
                <a:cs typeface="Times New Roman" panose="02020603050405020304" pitchFamily="18" charset="0"/>
              </a:rPr>
              <a:t> is an innovative online platform that aims to change the way you look.</a:t>
            </a: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err="1">
                <a:latin typeface="Times New Roman" panose="02020603050405020304" pitchFamily="18" charset="0"/>
                <a:cs typeface="Times New Roman" panose="02020603050405020304" pitchFamily="18" charset="0"/>
              </a:rPr>
              <a:t>FitZone</a:t>
            </a:r>
            <a:r>
              <a:rPr lang="en-US" sz="2000" b="1" dirty="0">
                <a:latin typeface="Times New Roman" panose="02020603050405020304" pitchFamily="18" charset="0"/>
                <a:cs typeface="Times New Roman" panose="02020603050405020304" pitchFamily="18" charset="0"/>
              </a:rPr>
              <a:t> bridges the gap between the laziness and the gym. With an easy-to-use interface ,  you can  choose and buy the membership plan that suites you the best to start your journey.</a:t>
            </a: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Welcome to </a:t>
            </a:r>
            <a:r>
              <a:rPr lang="en-US" sz="2000" b="1" dirty="0" err="1">
                <a:latin typeface="Times New Roman" panose="02020603050405020304" pitchFamily="18" charset="0"/>
                <a:cs typeface="Times New Roman" panose="02020603050405020304" pitchFamily="18" charset="0"/>
              </a:rPr>
              <a:t>FitZone</a:t>
            </a:r>
            <a:r>
              <a:rPr lang="en-US" sz="2000" b="1" dirty="0">
                <a:latin typeface="Times New Roman" panose="02020603050405020304" pitchFamily="18" charset="0"/>
                <a:cs typeface="Times New Roman" panose="02020603050405020304" pitchFamily="18" charset="0"/>
              </a:rPr>
              <a:t>, and Break, Build &amp; Live. </a:t>
            </a:r>
            <a:endParaRPr lang="en-US" sz="20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grpSp>
        <p:nvGrpSpPr>
          <p:cNvPr id="34" name="Group 33"/>
          <p:cNvGrpSpPr/>
          <p:nvPr/>
        </p:nvGrpSpPr>
        <p:grpSpPr>
          <a:xfrm>
            <a:off x="5334000" y="1368950"/>
            <a:ext cx="8296199" cy="3640141"/>
            <a:chOff x="5562600" y="1827755"/>
            <a:chExt cx="6848399" cy="2847330"/>
          </a:xfrm>
        </p:grpSpPr>
        <p:sp>
          <p:nvSpPr>
            <p:cNvPr id="35" name="Oval 34"/>
            <p:cNvSpPr/>
            <p:nvPr/>
          </p:nvSpPr>
          <p:spPr>
            <a:xfrm>
              <a:off x="7184301" y="3035308"/>
              <a:ext cx="1639506" cy="1639777"/>
            </a:xfrm>
            <a:prstGeom prst="ellipse">
              <a:avLst/>
            </a:prstGeom>
            <a:solidFill>
              <a:schemeClr val="tx1">
                <a:lumMod val="75000"/>
                <a:lumOff val="25000"/>
              </a:schemeClr>
            </a:solidFill>
            <a:ln>
              <a:solidFill>
                <a:schemeClr val="tx1">
                  <a:lumMod val="65000"/>
                  <a:lumOff val="3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6" name="Circle: Hollow 35"/>
            <p:cNvSpPr/>
            <p:nvPr/>
          </p:nvSpPr>
          <p:spPr>
            <a:xfrm>
              <a:off x="8230051" y="1827755"/>
              <a:ext cx="486921" cy="486608"/>
            </a:xfrm>
            <a:prstGeom prst="donut">
              <a:avLst>
                <a:gd name="adj" fmla="val 7460"/>
              </a:avLst>
            </a:prstGeom>
            <a:solidFill>
              <a:schemeClr val="tx1">
                <a:lumMod val="75000"/>
                <a:lumOff val="25000"/>
              </a:schemeClr>
            </a:solidFill>
            <a:ln>
              <a:solidFill>
                <a:schemeClr val="tx1">
                  <a:lumMod val="75000"/>
                  <a:lumOff val="2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7" name="Oval 36"/>
            <p:cNvSpPr/>
            <p:nvPr/>
          </p:nvSpPr>
          <p:spPr>
            <a:xfrm>
              <a:off x="7247306" y="3098234"/>
              <a:ext cx="1514181" cy="1513925"/>
            </a:xfrm>
            <a:prstGeom prst="ellipse">
              <a:avLst/>
            </a:prstGeom>
            <a:blipFill>
              <a:blip r:embed="rId1" cstate="print">
                <a:extLst>
                  <a:ext uri="{28A0092B-C50C-407E-A947-70E740481C1C}">
                    <a14:useLocalDpi xmlns:a14="http://schemas.microsoft.com/office/drawing/2010/main" val="0"/>
                  </a:ext>
                </a:extLst>
              </a:blip>
              <a:srcRect/>
              <a:stretch>
                <a:fillRect l="-67000" r="-67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8" name="Oval 37"/>
            <p:cNvSpPr/>
            <p:nvPr/>
          </p:nvSpPr>
          <p:spPr>
            <a:xfrm>
              <a:off x="8942970" y="3345098"/>
              <a:ext cx="858104" cy="857900"/>
            </a:xfrm>
            <a:prstGeom prst="ellipse">
              <a:avLst/>
            </a:prstGeom>
            <a:solidFill>
              <a:schemeClr val="tx1">
                <a:lumMod val="75000"/>
                <a:lumOff val="25000"/>
              </a:schemeClr>
            </a:solidFill>
            <a:ln>
              <a:solidFill>
                <a:schemeClr val="tx1">
                  <a:lumMod val="75000"/>
                  <a:lumOff val="2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9" name="Oval 38"/>
            <p:cNvSpPr/>
            <p:nvPr/>
          </p:nvSpPr>
          <p:spPr>
            <a:xfrm>
              <a:off x="8993648" y="3395780"/>
              <a:ext cx="756748" cy="756820"/>
            </a:xfrm>
            <a:prstGeom prst="ellipse">
              <a:avLst/>
            </a:prstGeom>
            <a:blipFill>
              <a:blip r:embed="rId2" cstate="print">
                <a:extLst>
                  <a:ext uri="{28A0092B-C50C-407E-A947-70E740481C1C}">
                    <a14:useLocalDpi xmlns:a14="http://schemas.microsoft.com/office/drawing/2010/main" val="0"/>
                  </a:ext>
                </a:extLst>
              </a:blip>
              <a:srcRect/>
              <a:stretch>
                <a:fillRect l="-64000" r="-6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40" name="Oval 39"/>
            <p:cNvSpPr/>
            <p:nvPr/>
          </p:nvSpPr>
          <p:spPr>
            <a:xfrm>
              <a:off x="8607398" y="2134128"/>
              <a:ext cx="1099853" cy="1100208"/>
            </a:xfrm>
            <a:prstGeom prst="ellipse">
              <a:avLst/>
            </a:prstGeom>
            <a:solidFill>
              <a:schemeClr val="tx1">
                <a:lumMod val="75000"/>
                <a:lumOff val="25000"/>
              </a:schemeClr>
            </a:solidFill>
            <a:ln>
              <a:solidFill>
                <a:schemeClr val="tx1">
                  <a:lumMod val="65000"/>
                  <a:lumOff val="3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1" name="Circle: Hollow 40"/>
            <p:cNvSpPr/>
            <p:nvPr/>
          </p:nvSpPr>
          <p:spPr>
            <a:xfrm>
              <a:off x="9527138" y="1863916"/>
              <a:ext cx="360225" cy="360472"/>
            </a:xfrm>
            <a:prstGeom prst="donut">
              <a:avLst>
                <a:gd name="adj" fmla="val 7460"/>
              </a:avLst>
            </a:prstGeom>
            <a:ln>
              <a:solidFill>
                <a:schemeClr val="tx1">
                  <a:lumMod val="75000"/>
                  <a:lumOff val="2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2" name="Circle: Hollow 41"/>
            <p:cNvSpPr/>
            <p:nvPr/>
          </p:nvSpPr>
          <p:spPr>
            <a:xfrm>
              <a:off x="9888049" y="4206700"/>
              <a:ext cx="270511" cy="270211"/>
            </a:xfrm>
            <a:prstGeom prst="donut">
              <a:avLst>
                <a:gd name="adj" fmla="val 7460"/>
              </a:avLst>
            </a:prstGeom>
            <a:ln>
              <a:solidFill>
                <a:schemeClr val="tx1">
                  <a:lumMod val="75000"/>
                  <a:lumOff val="25000"/>
                </a:schemeClr>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3" name="Oval 42"/>
            <p:cNvSpPr/>
            <p:nvPr/>
          </p:nvSpPr>
          <p:spPr>
            <a:xfrm>
              <a:off x="8665610" y="2192213"/>
              <a:ext cx="984115" cy="984037"/>
            </a:xfrm>
            <a:prstGeom prst="ellipse">
              <a:avLst/>
            </a:prstGeom>
            <a:blipFill>
              <a:blip r:embed="rId3" cstate="print">
                <a:extLst>
                  <a:ext uri="{28A0092B-C50C-407E-A947-70E740481C1C}">
                    <a14:useLocalDpi xmlns:a14="http://schemas.microsoft.com/office/drawing/2010/main" val="0"/>
                  </a:ext>
                </a:extLst>
              </a:blip>
              <a:srcRect/>
              <a:stretch>
                <a:fillRect l="-53000" r="-53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44" name="Freeform: Shape 43"/>
            <p:cNvSpPr/>
            <p:nvPr/>
          </p:nvSpPr>
          <p:spPr>
            <a:xfrm>
              <a:off x="5562600" y="2192213"/>
              <a:ext cx="2433236" cy="790134"/>
            </a:xfrm>
            <a:custGeom>
              <a:avLst/>
              <a:gdLst>
                <a:gd name="connsiteX0" fmla="*/ 0 w 2433236"/>
                <a:gd name="connsiteY0" fmla="*/ 0 h 790134"/>
                <a:gd name="connsiteX1" fmla="*/ 2433236 w 2433236"/>
                <a:gd name="connsiteY1" fmla="*/ 0 h 790134"/>
                <a:gd name="connsiteX2" fmla="*/ 2433236 w 2433236"/>
                <a:gd name="connsiteY2" fmla="*/ 790134 h 790134"/>
                <a:gd name="connsiteX3" fmla="*/ 0 w 2433236"/>
                <a:gd name="connsiteY3" fmla="*/ 790134 h 790134"/>
                <a:gd name="connsiteX4" fmla="*/ 0 w 2433236"/>
                <a:gd name="connsiteY4" fmla="*/ 0 h 790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236" h="790134">
                  <a:moveTo>
                    <a:pt x="0" y="0"/>
                  </a:moveTo>
                  <a:lnTo>
                    <a:pt x="2433236" y="0"/>
                  </a:lnTo>
                  <a:lnTo>
                    <a:pt x="2433236" y="790134"/>
                  </a:lnTo>
                  <a:lnTo>
                    <a:pt x="0" y="7901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4770" tIns="64770" rIns="64770" bIns="6477" numCol="1" spcCol="1270" anchor="b" anchorCtr="0">
              <a:noAutofit/>
            </a:bodyPr>
            <a:lstStyle/>
            <a:p>
              <a:pPr marL="0" lvl="0" indent="0" algn="r" defTabSz="2266950">
                <a:lnSpc>
                  <a:spcPct val="90000"/>
                </a:lnSpc>
                <a:spcBef>
                  <a:spcPct val="0"/>
                </a:spcBef>
                <a:spcAft>
                  <a:spcPct val="35000"/>
                </a:spcAft>
                <a:buNone/>
              </a:pPr>
              <a:endParaRPr lang="en-US" sz="5100" kern="1200"/>
            </a:p>
          </p:txBody>
        </p:sp>
        <p:sp>
          <p:nvSpPr>
            <p:cNvPr id="45" name="Freeform: Shape 44"/>
            <p:cNvSpPr/>
            <p:nvPr/>
          </p:nvSpPr>
          <p:spPr>
            <a:xfrm>
              <a:off x="9977763" y="3395780"/>
              <a:ext cx="2433236" cy="756820"/>
            </a:xfrm>
            <a:custGeom>
              <a:avLst/>
              <a:gdLst>
                <a:gd name="connsiteX0" fmla="*/ 0 w 2433236"/>
                <a:gd name="connsiteY0" fmla="*/ 0 h 756820"/>
                <a:gd name="connsiteX1" fmla="*/ 2433236 w 2433236"/>
                <a:gd name="connsiteY1" fmla="*/ 0 h 756820"/>
                <a:gd name="connsiteX2" fmla="*/ 2433236 w 2433236"/>
                <a:gd name="connsiteY2" fmla="*/ 756820 h 756820"/>
                <a:gd name="connsiteX3" fmla="*/ 0 w 2433236"/>
                <a:gd name="connsiteY3" fmla="*/ 756820 h 756820"/>
                <a:gd name="connsiteX4" fmla="*/ 0 w 2433236"/>
                <a:gd name="connsiteY4" fmla="*/ 0 h 756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236" h="756820">
                  <a:moveTo>
                    <a:pt x="0" y="0"/>
                  </a:moveTo>
                  <a:lnTo>
                    <a:pt x="2433236" y="0"/>
                  </a:lnTo>
                  <a:lnTo>
                    <a:pt x="2433236" y="756820"/>
                  </a:lnTo>
                  <a:lnTo>
                    <a:pt x="0" y="7568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7150" tIns="57150" rIns="57150" bIns="57150" numCol="1" spcCol="1270" anchor="ctr" anchorCtr="0">
              <a:noAutofit/>
            </a:bodyPr>
            <a:lstStyle/>
            <a:p>
              <a:pPr marL="0" lvl="0" indent="0" algn="l" defTabSz="2000250">
                <a:lnSpc>
                  <a:spcPct val="90000"/>
                </a:lnSpc>
                <a:spcBef>
                  <a:spcPct val="0"/>
                </a:spcBef>
                <a:spcAft>
                  <a:spcPct val="35000"/>
                </a:spcAft>
                <a:buNone/>
              </a:pPr>
              <a:endParaRPr lang="en-US" sz="4500" kern="1200" dirty="0"/>
            </a:p>
          </p:txBody>
        </p:sp>
        <p:sp>
          <p:nvSpPr>
            <p:cNvPr id="46" name="Freeform: Shape 45"/>
            <p:cNvSpPr/>
            <p:nvPr/>
          </p:nvSpPr>
          <p:spPr>
            <a:xfrm>
              <a:off x="9888049" y="2192213"/>
              <a:ext cx="2433236" cy="984037"/>
            </a:xfrm>
            <a:custGeom>
              <a:avLst/>
              <a:gdLst>
                <a:gd name="connsiteX0" fmla="*/ 0 w 2433236"/>
                <a:gd name="connsiteY0" fmla="*/ 0 h 984037"/>
                <a:gd name="connsiteX1" fmla="*/ 2433236 w 2433236"/>
                <a:gd name="connsiteY1" fmla="*/ 0 h 984037"/>
                <a:gd name="connsiteX2" fmla="*/ 2433236 w 2433236"/>
                <a:gd name="connsiteY2" fmla="*/ 984037 h 984037"/>
                <a:gd name="connsiteX3" fmla="*/ 0 w 2433236"/>
                <a:gd name="connsiteY3" fmla="*/ 984037 h 984037"/>
                <a:gd name="connsiteX4" fmla="*/ 0 w 2433236"/>
                <a:gd name="connsiteY4" fmla="*/ 0 h 984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3236" h="984037">
                  <a:moveTo>
                    <a:pt x="0" y="0"/>
                  </a:moveTo>
                  <a:lnTo>
                    <a:pt x="2433236" y="0"/>
                  </a:lnTo>
                  <a:lnTo>
                    <a:pt x="2433236" y="984037"/>
                  </a:lnTo>
                  <a:lnTo>
                    <a:pt x="0" y="98403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4930" tIns="74930" rIns="74930" bIns="74930" numCol="1" spcCol="1270" anchor="ctr" anchorCtr="0">
              <a:noAutofit/>
            </a:bodyPr>
            <a:lstStyle/>
            <a:p>
              <a:pPr marL="0" lvl="0" indent="0" algn="l" defTabSz="2622550">
                <a:lnSpc>
                  <a:spcPct val="90000"/>
                </a:lnSpc>
                <a:spcBef>
                  <a:spcPct val="0"/>
                </a:spcBef>
                <a:spcAft>
                  <a:spcPct val="35000"/>
                </a:spcAft>
                <a:buNone/>
              </a:pPr>
              <a:endParaRPr lang="en-US" sz="5900" kern="12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8534400" cy="838200"/>
          </a:xfrm>
        </p:spPr>
        <p:txBody>
          <a:bodyPr/>
          <a:lstStyle/>
          <a:p>
            <a:r>
              <a:rPr lang="en-US" sz="3200" b="1" u="sng" dirty="0">
                <a:latin typeface="Times New Roman" panose="02020603050405020304" pitchFamily="18" charset="0"/>
                <a:cs typeface="Times New Roman" panose="02020603050405020304" pitchFamily="18" charset="0"/>
              </a:rPr>
              <a:t>Problems Faced </a:t>
            </a:r>
            <a:endParaRPr lang="en-US" sz="32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718310"/>
            <a:ext cx="9814560" cy="4809490"/>
          </a:xfrm>
        </p:spPr>
        <p:txBody>
          <a:bodyPr/>
          <a:lstStyle/>
          <a:p>
            <a:pPr algn="just"/>
            <a:r>
              <a:rPr lang="en-US" sz="2800" b="1" u="sng" dirty="0">
                <a:latin typeface="Times New Roman" panose="02020603050405020304" pitchFamily="18" charset="0"/>
                <a:cs typeface="Times New Roman" panose="02020603050405020304" pitchFamily="18" charset="0"/>
              </a:rPr>
              <a:t>Alignment issues</a:t>
            </a:r>
            <a:r>
              <a:rPr lang="en-US" sz="2800" u="sng"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Difficulty in arranging elements properly on the page.</a:t>
            </a:r>
            <a:endParaRPr lang="en-US" sz="2800" dirty="0">
              <a:latin typeface="Times New Roman" panose="02020603050405020304" pitchFamily="18" charset="0"/>
              <a:cs typeface="Times New Roman" panose="02020603050405020304" pitchFamily="18" charset="0"/>
            </a:endParaRPr>
          </a:p>
          <a:p>
            <a:pPr algn="just"/>
            <a:r>
              <a:rPr lang="en-US" sz="2800" b="1" u="sng" dirty="0">
                <a:latin typeface="Times New Roman" panose="02020603050405020304" pitchFamily="18" charset="0"/>
                <a:cs typeface="Times New Roman" panose="02020603050405020304" pitchFamily="18" charset="0"/>
              </a:rPr>
              <a:t>Not responsive</a:t>
            </a:r>
            <a:r>
              <a:rPr lang="en-US" sz="2800" u="sng"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Website doesn’t adjust well on mobile or tablet screens.</a:t>
            </a:r>
            <a:endParaRPr lang="en-US" sz="2800" dirty="0">
              <a:latin typeface="Times New Roman" panose="02020603050405020304" pitchFamily="18" charset="0"/>
              <a:cs typeface="Times New Roman" panose="02020603050405020304" pitchFamily="18" charset="0"/>
            </a:endParaRPr>
          </a:p>
          <a:p>
            <a:pPr algn="just"/>
            <a:r>
              <a:rPr lang="en-US" sz="2800" b="1" u="sng" dirty="0">
                <a:latin typeface="Times New Roman" panose="02020603050405020304" pitchFamily="18" charset="0"/>
                <a:cs typeface="Times New Roman" panose="02020603050405020304" pitchFamily="18" charset="0"/>
              </a:rPr>
              <a:t>Limited features</a:t>
            </a:r>
            <a:r>
              <a:rPr lang="en-US" sz="2800" u="sng"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No interactivity like forms or animations.</a:t>
            </a:r>
            <a:endParaRPr lang="en-US" sz="2800" dirty="0">
              <a:latin typeface="Times New Roman" panose="02020603050405020304" pitchFamily="18" charset="0"/>
              <a:cs typeface="Times New Roman" panose="02020603050405020304" pitchFamily="18" charset="0"/>
            </a:endParaRPr>
          </a:p>
          <a:p>
            <a:pPr algn="just"/>
            <a:r>
              <a:rPr lang="en-US" sz="2800" b="1" u="sng" dirty="0">
                <a:latin typeface="Times New Roman" panose="02020603050405020304" pitchFamily="18" charset="0"/>
                <a:cs typeface="Times New Roman" panose="02020603050405020304" pitchFamily="18" charset="0"/>
              </a:rPr>
              <a:t>Broken links</a:t>
            </a:r>
            <a:r>
              <a:rPr lang="en-US" sz="2800" u="sng"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Pages may not connect correctly due to wrong file paths.</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99143"/>
            <a:ext cx="8534400" cy="838200"/>
          </a:xfrm>
        </p:spPr>
        <p:txBody>
          <a:bodyPr/>
          <a:lstStyle/>
          <a:p>
            <a:r>
              <a:rPr lang="en-US" sz="3200" b="1" u="sng" dirty="0">
                <a:latin typeface="Times New Roman" panose="02020603050405020304" pitchFamily="18" charset="0"/>
                <a:cs typeface="Times New Roman" panose="02020603050405020304" pitchFamily="18" charset="0"/>
              </a:rPr>
              <a:t>Solutions to the problems</a:t>
            </a:r>
            <a:endParaRPr lang="en-US" sz="3200" b="1" u="sng"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sp>
        <p:nvSpPr>
          <p:cNvPr id="7" name="Rectangle 2"/>
          <p:cNvSpPr>
            <a:spLocks noGrp="1" noChangeArrowheads="1"/>
          </p:cNvSpPr>
          <p:nvPr>
            <p:ph idx="1"/>
          </p:nvPr>
        </p:nvSpPr>
        <p:spPr bwMode="auto">
          <a:xfrm>
            <a:off x="1066801" y="1143058"/>
            <a:ext cx="9665473"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Alignment issues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altLang="en-US" sz="2400" b="1" dirty="0">
                <a:latin typeface="Times New Roman" panose="02020603050405020304" pitchFamily="18" charset="0"/>
                <a:cs typeface="Times New Roman" panose="02020603050405020304" pitchFamily="18" charset="0"/>
              </a:rPr>
              <a:t>Use &lt;div&gt;s and CSS margin/padding to adjust elements.</a:t>
            </a: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pPr>
            <a:r>
              <a:rPr lang="en-US" altLang="en-US" sz="2400" b="1" dirty="0">
                <a:latin typeface="Times New Roman" panose="02020603050405020304" pitchFamily="18" charset="0"/>
                <a:cs typeface="Times New Roman" panose="02020603050405020304" pitchFamily="18" charset="0"/>
              </a:rPr>
              <a:t>Not responsive – Use % widths and simple media queries to fit mobile screens.</a:t>
            </a: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pP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pPr>
            <a:r>
              <a:rPr lang="en-US" altLang="en-US" sz="2400" b="1" dirty="0">
                <a:latin typeface="Times New Roman" panose="02020603050405020304" pitchFamily="18" charset="0"/>
                <a:cs typeface="Times New Roman" panose="02020603050405020304" pitchFamily="18" charset="0"/>
              </a:rPr>
              <a:t>Limited features – Keep content simple; links, images, and text only.</a:t>
            </a: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pP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pPr>
            <a:r>
              <a:rPr lang="en-US" altLang="en-US" sz="2400" b="1" dirty="0">
                <a:latin typeface="Times New Roman" panose="02020603050405020304" pitchFamily="18" charset="0"/>
                <a:cs typeface="Times New Roman" panose="02020603050405020304" pitchFamily="18" charset="0"/>
              </a:rPr>
              <a:t>Broken links – Make sure file names and paths are correct.</a:t>
            </a:r>
            <a:endParaRPr lang="en-US" altLang="en-US" sz="2400"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pPr>
            <a:r>
              <a:rPr lang="en-US" altLang="en-US" sz="2400" b="1" dirty="0">
                <a:latin typeface="Times New Roman" panose="02020603050405020304" pitchFamily="18" charset="0"/>
                <a:cs typeface="Times New Roman" panose="02020603050405020304" pitchFamily="18" charset="0"/>
              </a:rPr>
              <a:t>.</a:t>
            </a:r>
            <a:endParaRPr lang="en-US" alt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85655"/>
            <a:ext cx="8534400" cy="838200"/>
          </a:xfrm>
        </p:spPr>
        <p:txBody>
          <a:bodyPr/>
          <a:lstStyle/>
          <a:p>
            <a:r>
              <a:rPr lang="en-US" sz="3200" b="1" u="sng" dirty="0">
                <a:latin typeface="Times New Roman" panose="02020603050405020304" pitchFamily="18" charset="0"/>
                <a:cs typeface="Times New Roman" panose="02020603050405020304" pitchFamily="18" charset="0"/>
              </a:rPr>
              <a:t>Interface</a:t>
            </a:r>
            <a:endParaRPr lang="en-US" sz="32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09800" y="2254857"/>
            <a:ext cx="7162800" cy="5791199"/>
          </a:xfrm>
        </p:spPr>
        <p:txBody>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interface of our fitness website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FitZone</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designed with simplicity and functionality in mind. Upon visiting the homepage, users are greeted with a clean and intuitive layout, featuring easy-to-navigate menus and prominently displayed search options.</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homepage showcases </a:t>
            </a:r>
            <a:r>
              <a:rPr lang="en-US" altLang="en-US" sz="2000" b="1" dirty="0">
                <a:latin typeface="Times New Roman" panose="02020603050405020304" pitchFamily="18" charset="0"/>
                <a:cs typeface="Times New Roman" panose="02020603050405020304" pitchFamily="18" charset="0"/>
              </a:rPr>
              <a:t>the different variety of options available for the user</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service listing is presented with clear images, detailed descriptions, and pricing information, enabling users to make informed decisions. Users can also view membership fees, trainers, and recommendations to further enhance their browsing experience.</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sp>
        <p:nvSpPr>
          <p:cNvPr id="20" name="Rectangle 14"/>
          <p:cNvSpPr>
            <a:spLocks noChangeArrowheads="1"/>
          </p:cNvSpPr>
          <p:nvPr/>
        </p:nvSpPr>
        <p:spPr bwMode="auto">
          <a:xfrm>
            <a:off x="457200" y="1962835"/>
            <a:ext cx="5105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rgbClr val="FFFFFF"/>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1"/>
          <a:stretch>
            <a:fillRect/>
          </a:stretch>
        </p:blipFill>
        <p:spPr>
          <a:xfrm>
            <a:off x="0" y="868923"/>
            <a:ext cx="12192000" cy="13396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85800"/>
            <a:ext cx="8534400" cy="838200"/>
          </a:xfrm>
        </p:spPr>
        <p:txBody>
          <a:bodyPr/>
          <a:lstStyle/>
          <a:p>
            <a:r>
              <a:rPr lang="en-US" sz="3200" b="1" u="sng" dirty="0">
                <a:latin typeface="Times New Roman" panose="02020603050405020304" pitchFamily="18" charset="0"/>
                <a:cs typeface="Times New Roman" panose="02020603050405020304" pitchFamily="18" charset="0"/>
              </a:rPr>
              <a:t>Registration Form</a:t>
            </a:r>
            <a:endParaRPr lang="en-US" sz="3200" b="1"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752601"/>
            <a:ext cx="4495800" cy="4525964"/>
          </a:xfrm>
        </p:spPr>
        <p:txBody>
          <a:bodyPr/>
          <a:lstStyle/>
          <a:p>
            <a:pPr algn="just"/>
            <a:r>
              <a:rPr lang="en-US" sz="2400" b="1" dirty="0" err="1">
                <a:latin typeface="Times New Roman" panose="02020603050405020304" pitchFamily="18" charset="0"/>
                <a:cs typeface="Times New Roman" panose="02020603050405020304" pitchFamily="18" charset="0"/>
              </a:rPr>
              <a:t>FitZone</a:t>
            </a:r>
            <a:r>
              <a:rPr lang="en-US" sz="2400" b="1" dirty="0">
                <a:latin typeface="Times New Roman" panose="02020603050405020304" pitchFamily="18" charset="0"/>
                <a:cs typeface="Times New Roman" panose="02020603050405020304" pitchFamily="18" charset="0"/>
              </a:rPr>
              <a:t> also have a registration form at last which has to be filled by the user. Some of the basic personal details and about the training member ship plans , training schedules and training timings to  have a </a:t>
            </a:r>
            <a:r>
              <a:rPr lang="en-US" sz="2400" b="1" dirty="0" err="1">
                <a:latin typeface="Times New Roman" panose="02020603050405020304" pitchFamily="18" charset="0"/>
                <a:cs typeface="Times New Roman" panose="02020603050405020304" pitchFamily="18" charset="0"/>
              </a:rPr>
              <a:t>hasslefree</a:t>
            </a:r>
            <a:r>
              <a:rPr lang="en-US" sz="2400" b="1" dirty="0">
                <a:latin typeface="Times New Roman" panose="02020603050405020304" pitchFamily="18" charset="0"/>
                <a:cs typeface="Times New Roman" panose="02020603050405020304" pitchFamily="18" charset="0"/>
              </a:rPr>
              <a:t> appointment with the trainers.</a:t>
            </a:r>
            <a:endParaRPr lang="en-US" sz="24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grpSp>
        <p:nvGrpSpPr>
          <p:cNvPr id="14" name="Group 13"/>
          <p:cNvGrpSpPr/>
          <p:nvPr/>
        </p:nvGrpSpPr>
        <p:grpSpPr>
          <a:xfrm>
            <a:off x="5809615" y="1715770"/>
            <a:ext cx="5434965" cy="4577715"/>
            <a:chOff x="6562382" y="1715968"/>
            <a:chExt cx="4682715" cy="3890000"/>
          </a:xfrm>
        </p:grpSpPr>
        <p:sp>
          <p:nvSpPr>
            <p:cNvPr id="15" name="Rectangle 14"/>
            <p:cNvSpPr/>
            <p:nvPr/>
          </p:nvSpPr>
          <p:spPr>
            <a:xfrm>
              <a:off x="6562382" y="1715968"/>
              <a:ext cx="2200618" cy="2094032"/>
            </a:xfrm>
            <a:prstGeom prst="rect">
              <a:avLst/>
            </a:prstGeom>
            <a:blipFill>
              <a:blip r:embed="rId1"/>
              <a:srcRect/>
              <a:stretch>
                <a:fillRect l="-23000" r="-23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7" name="Rectangle 16"/>
            <p:cNvSpPr/>
            <p:nvPr/>
          </p:nvSpPr>
          <p:spPr>
            <a:xfrm>
              <a:off x="9144000" y="1715968"/>
              <a:ext cx="2101097" cy="1941632"/>
            </a:xfrm>
            <a:prstGeom prst="rect">
              <a:avLst/>
            </a:prstGeom>
            <a:blipFill>
              <a:blip r:embed="rId2"/>
              <a:srcRect/>
              <a:stretch>
                <a:fillRect l="-24000" r="-2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9" name="Rectangle 18"/>
            <p:cNvSpPr/>
            <p:nvPr/>
          </p:nvSpPr>
          <p:spPr>
            <a:xfrm>
              <a:off x="7543800" y="3837237"/>
              <a:ext cx="2590800" cy="1768731"/>
            </a:xfrm>
            <a:prstGeom prst="rect">
              <a:avLst/>
            </a:prstGeom>
            <a:blipFill>
              <a:blip r:embed="rId3"/>
              <a:srcRect/>
              <a:stretch>
                <a:fillRect l="-28000" r="-28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p:cNvSpPr txBox="1"/>
          <p:nvPr/>
        </p:nvSpPr>
        <p:spPr>
          <a:xfrm>
            <a:off x="60675" y="2323634"/>
            <a:ext cx="13487400" cy="1862048"/>
          </a:xfrm>
          <a:prstGeom prst="rect">
            <a:avLst/>
          </a:prstGeom>
          <a:noFill/>
        </p:spPr>
        <p:txBody>
          <a:bodyPr wrap="square" rtlCol="0">
            <a:spAutoFit/>
          </a:bodyPr>
          <a:lstStyle/>
          <a:p>
            <a:r>
              <a:rPr lang="en-US" sz="11500" dirty="0">
                <a:ln w="0"/>
                <a:gradFill>
                  <a:gsLst>
                    <a:gs pos="21000">
                      <a:srgbClr val="53575C"/>
                    </a:gs>
                    <a:gs pos="88000">
                      <a:srgbClr val="C5C7CA"/>
                    </a:gs>
                  </a:gsLst>
                  <a:lin ang="5400000"/>
                </a:gradFill>
                <a:effectLst>
                  <a:reflection blurRad="6350" stA="60000" endA="900" endPos="58000" dir="5400000" sy="-100000" algn="bl" rotWithShape="0"/>
                </a:effectLst>
                <a:latin typeface="Arial Black" panose="020B0A04020102020204" pitchFamily="34" charset="0"/>
              </a:rPr>
              <a:t>FIT</a:t>
            </a:r>
            <a:r>
              <a:rPr lang="en-US" sz="11500" dirty="0">
                <a:ln w="0"/>
                <a:gradFill>
                  <a:gsLst>
                    <a:gs pos="21000">
                      <a:srgbClr val="53575C"/>
                    </a:gs>
                    <a:gs pos="88000">
                      <a:srgbClr val="C5C7CA"/>
                    </a:gs>
                  </a:gsLst>
                  <a:lin ang="5400000"/>
                </a:gradFill>
                <a:latin typeface="Arial Black" panose="020B0A04020102020204" pitchFamily="34" charset="0"/>
              </a:rPr>
              <a:t>          </a:t>
            </a:r>
            <a:r>
              <a:rPr lang="en-US" sz="11500" dirty="0">
                <a:ln w="0"/>
                <a:gradFill>
                  <a:gsLst>
                    <a:gs pos="21000">
                      <a:srgbClr val="53575C"/>
                    </a:gs>
                    <a:gs pos="88000">
                      <a:srgbClr val="C5C7CA"/>
                    </a:gs>
                  </a:gsLst>
                  <a:lin ang="5400000"/>
                </a:gradFill>
                <a:effectLst>
                  <a:reflection blurRad="6350" stA="60000" endA="900" endPos="58000" dir="5400000" sy="-100000" algn="bl" rotWithShape="0"/>
                </a:effectLst>
                <a:latin typeface="Arial Black" panose="020B0A04020102020204" pitchFamily="34" charset="0"/>
              </a:rPr>
              <a:t>ZONE</a:t>
            </a:r>
            <a:endParaRPr lang="en-US" sz="11500" dirty="0">
              <a:ln w="0"/>
              <a:gradFill>
                <a:gsLst>
                  <a:gs pos="21000">
                    <a:srgbClr val="53575C"/>
                  </a:gs>
                  <a:gs pos="88000">
                    <a:srgbClr val="C5C7CA"/>
                  </a:gs>
                </a:gsLst>
                <a:lin ang="5400000"/>
              </a:gradFill>
              <a:effectLst>
                <a:reflection blurRad="6350" stA="60000" endA="900" endPos="58000" dir="5400000" sy="-100000" algn="bl" rotWithShape="0"/>
              </a:effectLst>
              <a:latin typeface="Arial Black" panose="020B0A04020102020204" pitchFamily="34" charset="0"/>
            </a:endParaRPr>
          </a:p>
        </p:txBody>
      </p:sp>
      <p:sp>
        <p:nvSpPr>
          <p:cNvPr id="2" name="Title 1"/>
          <p:cNvSpPr>
            <a:spLocks noGrp="1"/>
          </p:cNvSpPr>
          <p:nvPr>
            <p:ph type="title"/>
          </p:nvPr>
        </p:nvSpPr>
        <p:spPr>
          <a:xfrm>
            <a:off x="1524000" y="723108"/>
            <a:ext cx="8534400" cy="838200"/>
          </a:xfrm>
        </p:spPr>
        <p:txBody>
          <a:bodyPr/>
          <a:lstStyle/>
          <a:p>
            <a:r>
              <a:rPr lang="en-US" sz="3200" b="1" u="sng" dirty="0">
                <a:latin typeface="Baskerville Old Face" panose="02020602080505020303" pitchFamily="18" charset="0"/>
              </a:rPr>
              <a:t>Key features </a:t>
            </a:r>
            <a:endParaRPr lang="en-US" sz="3200" b="1" u="sng" dirty="0">
              <a:latin typeface="Baskerville Old Face" panose="02020602080505020303" pitchFamily="18" charset="0"/>
            </a:endParaRPr>
          </a:p>
        </p:txBody>
      </p:sp>
      <p:grpSp>
        <p:nvGrpSpPr>
          <p:cNvPr id="10" name="Group 9"/>
          <p:cNvGrpSpPr/>
          <p:nvPr/>
        </p:nvGrpSpPr>
        <p:grpSpPr>
          <a:xfrm>
            <a:off x="914400" y="1447800"/>
            <a:ext cx="10058399" cy="4618276"/>
            <a:chOff x="0" y="1279287"/>
            <a:chExt cx="10058399" cy="4618276"/>
          </a:xfrm>
        </p:grpSpPr>
        <p:sp>
          <p:nvSpPr>
            <p:cNvPr id="11" name="Straight Connector 10"/>
            <p:cNvSpPr/>
            <p:nvPr/>
          </p:nvSpPr>
          <p:spPr>
            <a:xfrm>
              <a:off x="4441667" y="5218668"/>
              <a:ext cx="4544066" cy="0"/>
            </a:xfrm>
            <a:prstGeom prst="line">
              <a:avLst/>
            </a:prstGeom>
            <a:ln>
              <a:solidFill>
                <a:schemeClr val="tx1">
                  <a:lumMod val="65000"/>
                  <a:lumOff val="3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2" name="Straight Connector 11"/>
            <p:cNvSpPr/>
            <p:nvPr/>
          </p:nvSpPr>
          <p:spPr>
            <a:xfrm>
              <a:off x="4441667" y="3634581"/>
              <a:ext cx="3892328" cy="0"/>
            </a:xfrm>
            <a:prstGeom prst="line">
              <a:avLst/>
            </a:prstGeom>
            <a:ln>
              <a:solidFill>
                <a:schemeClr val="tx1">
                  <a:lumMod val="65000"/>
                  <a:lumOff val="3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4" name="Straight Connector 13"/>
            <p:cNvSpPr/>
            <p:nvPr/>
          </p:nvSpPr>
          <p:spPr>
            <a:xfrm>
              <a:off x="4441667" y="2050494"/>
              <a:ext cx="4544066" cy="0"/>
            </a:xfrm>
            <a:prstGeom prst="line">
              <a:avLst/>
            </a:prstGeom>
            <a:ln>
              <a:solidFill>
                <a:schemeClr val="tx1">
                  <a:lumMod val="65000"/>
                  <a:lumOff val="3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6" name="Oval 15"/>
            <p:cNvSpPr/>
            <p:nvPr/>
          </p:nvSpPr>
          <p:spPr>
            <a:xfrm>
              <a:off x="2178685" y="1371600"/>
              <a:ext cx="4525963" cy="4525963"/>
            </a:xfrm>
            <a:prstGeom prst="ellipse">
              <a:avLst/>
            </a:prstGeom>
            <a:blipFill>
              <a:blip r:embed="rId1"/>
              <a:srcRect/>
              <a:stretch>
                <a:fillRect l="-55000" r="-5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7" name="Freeform: Shape 16"/>
            <p:cNvSpPr/>
            <p:nvPr/>
          </p:nvSpPr>
          <p:spPr>
            <a:xfrm>
              <a:off x="2993359" y="3774886"/>
              <a:ext cx="2896616" cy="1493567"/>
            </a:xfrm>
            <a:custGeom>
              <a:avLst/>
              <a:gdLst>
                <a:gd name="connsiteX0" fmla="*/ 0 w 2896616"/>
                <a:gd name="connsiteY0" fmla="*/ 0 h 1493567"/>
                <a:gd name="connsiteX1" fmla="*/ 2896616 w 2896616"/>
                <a:gd name="connsiteY1" fmla="*/ 0 h 1493567"/>
                <a:gd name="connsiteX2" fmla="*/ 2896616 w 2896616"/>
                <a:gd name="connsiteY2" fmla="*/ 1493567 h 1493567"/>
                <a:gd name="connsiteX3" fmla="*/ 0 w 2896616"/>
                <a:gd name="connsiteY3" fmla="*/ 1493567 h 1493567"/>
                <a:gd name="connsiteX4" fmla="*/ 0 w 2896616"/>
                <a:gd name="connsiteY4" fmla="*/ 0 h 1493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6616" h="1493567">
                  <a:moveTo>
                    <a:pt x="0" y="0"/>
                  </a:moveTo>
                  <a:lnTo>
                    <a:pt x="2896616" y="0"/>
                  </a:lnTo>
                  <a:lnTo>
                    <a:pt x="2896616" y="1493567"/>
                  </a:lnTo>
                  <a:lnTo>
                    <a:pt x="0" y="1493567"/>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marL="0" lvl="0" indent="0" algn="ctr" defTabSz="2889250">
                <a:lnSpc>
                  <a:spcPct val="90000"/>
                </a:lnSpc>
                <a:spcBef>
                  <a:spcPct val="0"/>
                </a:spcBef>
                <a:spcAft>
                  <a:spcPct val="35000"/>
                </a:spcAft>
                <a:buNone/>
              </a:pPr>
              <a:endParaRPr lang="en-US" sz="6500" kern="1200"/>
            </a:p>
          </p:txBody>
        </p:sp>
        <p:sp>
          <p:nvSpPr>
            <p:cNvPr id="18" name="Oval 17"/>
            <p:cNvSpPr/>
            <p:nvPr/>
          </p:nvSpPr>
          <p:spPr>
            <a:xfrm>
              <a:off x="8306838" y="1371600"/>
              <a:ext cx="1751561" cy="1676400"/>
            </a:xfrm>
            <a:prstGeom prst="ellipse">
              <a:avLst/>
            </a:prstGeom>
            <a:solidFill>
              <a:schemeClr val="tx1">
                <a:lumMod val="65000"/>
                <a:lumOff val="3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9" name="Freeform: Shape 18"/>
            <p:cNvSpPr/>
            <p:nvPr/>
          </p:nvSpPr>
          <p:spPr>
            <a:xfrm>
              <a:off x="9664628" y="1371600"/>
              <a:ext cx="348685" cy="1357788"/>
            </a:xfrm>
            <a:custGeom>
              <a:avLst/>
              <a:gdLst>
                <a:gd name="connsiteX0" fmla="*/ 0 w 348685"/>
                <a:gd name="connsiteY0" fmla="*/ 0 h 1357788"/>
                <a:gd name="connsiteX1" fmla="*/ 348685 w 348685"/>
                <a:gd name="connsiteY1" fmla="*/ 0 h 1357788"/>
                <a:gd name="connsiteX2" fmla="*/ 348685 w 348685"/>
                <a:gd name="connsiteY2" fmla="*/ 1357788 h 1357788"/>
                <a:gd name="connsiteX3" fmla="*/ 0 w 348685"/>
                <a:gd name="connsiteY3" fmla="*/ 1357788 h 1357788"/>
                <a:gd name="connsiteX4" fmla="*/ 0 w 348685"/>
                <a:gd name="connsiteY4" fmla="*/ 0 h 135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85" h="1357788">
                  <a:moveTo>
                    <a:pt x="0" y="0"/>
                  </a:moveTo>
                  <a:lnTo>
                    <a:pt x="348685" y="0"/>
                  </a:lnTo>
                  <a:lnTo>
                    <a:pt x="348685" y="1357788"/>
                  </a:lnTo>
                  <a:lnTo>
                    <a:pt x="0" y="13577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0" rIns="34290" bIns="0" numCol="1" spcCol="1270" anchor="ctr" anchorCtr="0">
              <a:noAutofit/>
            </a:bodyPr>
            <a:lstStyle/>
            <a:p>
              <a:pPr marL="0" lvl="0" indent="0" algn="l" defTabSz="400050">
                <a:lnSpc>
                  <a:spcPct val="90000"/>
                </a:lnSpc>
                <a:spcBef>
                  <a:spcPct val="0"/>
                </a:spcBef>
                <a:spcAft>
                  <a:spcPct val="35000"/>
                </a:spcAft>
                <a:buNone/>
              </a:pPr>
              <a:endParaRPr lang="en-US" sz="900" kern="1200"/>
            </a:p>
          </p:txBody>
        </p:sp>
        <p:sp>
          <p:nvSpPr>
            <p:cNvPr id="20" name="Oval 19"/>
            <p:cNvSpPr/>
            <p:nvPr/>
          </p:nvSpPr>
          <p:spPr>
            <a:xfrm>
              <a:off x="7655100" y="2955687"/>
              <a:ext cx="1357788" cy="1357788"/>
            </a:xfrm>
            <a:prstGeom prst="ellipse">
              <a:avLst/>
            </a:prstGeom>
            <a:solidFill>
              <a:schemeClr val="tx1">
                <a:lumMod val="65000"/>
                <a:lumOff val="3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1" name="Freeform: Shape 20"/>
            <p:cNvSpPr/>
            <p:nvPr/>
          </p:nvSpPr>
          <p:spPr>
            <a:xfrm>
              <a:off x="9012889" y="2955687"/>
              <a:ext cx="413859" cy="1357788"/>
            </a:xfrm>
            <a:custGeom>
              <a:avLst/>
              <a:gdLst>
                <a:gd name="connsiteX0" fmla="*/ 0 w 413859"/>
                <a:gd name="connsiteY0" fmla="*/ 0 h 1357788"/>
                <a:gd name="connsiteX1" fmla="*/ 413859 w 413859"/>
                <a:gd name="connsiteY1" fmla="*/ 0 h 1357788"/>
                <a:gd name="connsiteX2" fmla="*/ 413859 w 413859"/>
                <a:gd name="connsiteY2" fmla="*/ 1357788 h 1357788"/>
                <a:gd name="connsiteX3" fmla="*/ 0 w 413859"/>
                <a:gd name="connsiteY3" fmla="*/ 1357788 h 1357788"/>
                <a:gd name="connsiteX4" fmla="*/ 0 w 413859"/>
                <a:gd name="connsiteY4" fmla="*/ 0 h 135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859" h="1357788">
                  <a:moveTo>
                    <a:pt x="0" y="0"/>
                  </a:moveTo>
                  <a:lnTo>
                    <a:pt x="413859" y="0"/>
                  </a:lnTo>
                  <a:lnTo>
                    <a:pt x="413859" y="1357788"/>
                  </a:lnTo>
                  <a:lnTo>
                    <a:pt x="0" y="13577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0" rIns="34290" bIns="0" numCol="1" spcCol="1270" anchor="ctr" anchorCtr="0">
              <a:noAutofit/>
            </a:bodyPr>
            <a:lstStyle/>
            <a:p>
              <a:pPr marL="0" lvl="0" indent="0" algn="l" defTabSz="400050">
                <a:lnSpc>
                  <a:spcPct val="90000"/>
                </a:lnSpc>
                <a:spcBef>
                  <a:spcPct val="0"/>
                </a:spcBef>
                <a:spcAft>
                  <a:spcPct val="35000"/>
                </a:spcAft>
                <a:buNone/>
              </a:pPr>
              <a:endParaRPr lang="en-US" sz="900" kern="1200"/>
            </a:p>
          </p:txBody>
        </p:sp>
        <p:sp>
          <p:nvSpPr>
            <p:cNvPr id="22" name="Oval 21"/>
            <p:cNvSpPr/>
            <p:nvPr/>
          </p:nvSpPr>
          <p:spPr>
            <a:xfrm>
              <a:off x="8306839" y="4539774"/>
              <a:ext cx="1357788" cy="1357788"/>
            </a:xfrm>
            <a:prstGeom prst="ellipse">
              <a:avLst/>
            </a:prstGeom>
            <a:solidFill>
              <a:schemeClr val="tx1">
                <a:lumMod val="65000"/>
                <a:lumOff val="3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3" name="Freeform: Shape 22"/>
            <p:cNvSpPr/>
            <p:nvPr/>
          </p:nvSpPr>
          <p:spPr>
            <a:xfrm>
              <a:off x="9664628" y="4539774"/>
              <a:ext cx="348685" cy="1357788"/>
            </a:xfrm>
            <a:custGeom>
              <a:avLst/>
              <a:gdLst>
                <a:gd name="connsiteX0" fmla="*/ 0 w 348685"/>
                <a:gd name="connsiteY0" fmla="*/ 0 h 1357788"/>
                <a:gd name="connsiteX1" fmla="*/ 348685 w 348685"/>
                <a:gd name="connsiteY1" fmla="*/ 0 h 1357788"/>
                <a:gd name="connsiteX2" fmla="*/ 348685 w 348685"/>
                <a:gd name="connsiteY2" fmla="*/ 1357788 h 1357788"/>
                <a:gd name="connsiteX3" fmla="*/ 0 w 348685"/>
                <a:gd name="connsiteY3" fmla="*/ 1357788 h 1357788"/>
                <a:gd name="connsiteX4" fmla="*/ 0 w 348685"/>
                <a:gd name="connsiteY4" fmla="*/ 0 h 1357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685" h="1357788">
                  <a:moveTo>
                    <a:pt x="0" y="0"/>
                  </a:moveTo>
                  <a:lnTo>
                    <a:pt x="348685" y="0"/>
                  </a:lnTo>
                  <a:lnTo>
                    <a:pt x="348685" y="1357788"/>
                  </a:lnTo>
                  <a:lnTo>
                    <a:pt x="0" y="13577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4290" tIns="0" rIns="34290" bIns="0" numCol="1" spcCol="1270" anchor="ctr" anchorCtr="0">
              <a:noAutofit/>
            </a:bodyPr>
            <a:lstStyle/>
            <a:p>
              <a:pPr marL="0" lvl="0" indent="0" algn="l" defTabSz="400050">
                <a:lnSpc>
                  <a:spcPct val="90000"/>
                </a:lnSpc>
                <a:spcBef>
                  <a:spcPct val="0"/>
                </a:spcBef>
                <a:spcAft>
                  <a:spcPct val="35000"/>
                </a:spcAft>
                <a:buNone/>
              </a:pPr>
              <a:endParaRPr lang="en-US" sz="900" kern="1200"/>
            </a:p>
          </p:txBody>
        </p:sp>
        <p:sp>
          <p:nvSpPr>
            <p:cNvPr id="39" name="Straight Connector 38"/>
            <p:cNvSpPr/>
            <p:nvPr/>
          </p:nvSpPr>
          <p:spPr>
            <a:xfrm flipV="1">
              <a:off x="1524000" y="2050494"/>
              <a:ext cx="1295400" cy="0"/>
            </a:xfrm>
            <a:prstGeom prst="line">
              <a:avLst/>
            </a:prstGeom>
            <a:ln>
              <a:solidFill>
                <a:schemeClr val="tx1">
                  <a:lumMod val="65000"/>
                  <a:lumOff val="3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0" name="Oval 39"/>
            <p:cNvSpPr/>
            <p:nvPr/>
          </p:nvSpPr>
          <p:spPr>
            <a:xfrm>
              <a:off x="120801" y="1279287"/>
              <a:ext cx="1751561" cy="1676400"/>
            </a:xfrm>
            <a:prstGeom prst="ellipse">
              <a:avLst/>
            </a:prstGeom>
            <a:solidFill>
              <a:schemeClr val="tx1">
                <a:lumMod val="65000"/>
                <a:lumOff val="3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sp>
          <p:nvSpPr>
            <p:cNvPr id="43" name="Straight Connector 42"/>
            <p:cNvSpPr/>
            <p:nvPr/>
          </p:nvSpPr>
          <p:spPr>
            <a:xfrm flipV="1">
              <a:off x="1637352" y="5268453"/>
              <a:ext cx="1182048" cy="0"/>
            </a:xfrm>
            <a:prstGeom prst="line">
              <a:avLst/>
            </a:prstGeom>
            <a:ln>
              <a:solidFill>
                <a:schemeClr val="tx1">
                  <a:lumMod val="65000"/>
                  <a:lumOff val="3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4" name="Oval 43"/>
            <p:cNvSpPr/>
            <p:nvPr/>
          </p:nvSpPr>
          <p:spPr>
            <a:xfrm>
              <a:off x="0" y="4419603"/>
              <a:ext cx="1637351" cy="1477954"/>
            </a:xfrm>
            <a:prstGeom prst="ellipse">
              <a:avLst/>
            </a:prstGeom>
            <a:solidFill>
              <a:schemeClr val="tx1">
                <a:lumMod val="65000"/>
                <a:lumOff val="3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dirty="0"/>
            </a:p>
          </p:txBody>
        </p:sp>
      </p:grpSp>
      <p:sp>
        <p:nvSpPr>
          <p:cNvPr id="5" name="Slide Number Placeholder 4"/>
          <p:cNvSpPr>
            <a:spLocks noGrp="1"/>
          </p:cNvSpPr>
          <p:nvPr>
            <p:ph type="sldNum" sz="quarter" idx="12"/>
          </p:nvPr>
        </p:nvSpPr>
        <p:spPr/>
        <p:txBody>
          <a:bodyPr/>
          <a:lstStyle/>
          <a:p>
            <a:fld id="{8BD8F058-9003-4658-AA47-7D4800AF7EA2}" type="slidenum">
              <a:rPr lang="en-US" smtClean="0"/>
            </a:fld>
            <a:endParaRPr lang="en-US"/>
          </a:p>
        </p:txBody>
      </p:sp>
      <p:sp>
        <p:nvSpPr>
          <p:cNvPr id="24" name="TextBox 23"/>
          <p:cNvSpPr txBox="1"/>
          <p:nvPr/>
        </p:nvSpPr>
        <p:spPr>
          <a:xfrm>
            <a:off x="9505369" y="1916668"/>
            <a:ext cx="1275713" cy="738664"/>
          </a:xfrm>
          <a:prstGeom prst="rect">
            <a:avLst/>
          </a:prstGeom>
          <a:noFill/>
        </p:spPr>
        <p:txBody>
          <a:bodyPr wrap="square" rtlCol="0">
            <a:spAutoFit/>
          </a:bodyPr>
          <a:lstStyle/>
          <a:p>
            <a:pPr algn="ctr"/>
            <a:r>
              <a:rPr lang="en-US" sz="1400" b="1" dirty="0">
                <a:latin typeface="Arial Black" panose="020B0A04020102020204" pitchFamily="34" charset="0"/>
              </a:rPr>
              <a:t>User friendly interface</a:t>
            </a:r>
            <a:endParaRPr lang="en-US" sz="1400" b="1" dirty="0">
              <a:latin typeface="Arial Black" panose="020B0A04020102020204" pitchFamily="34" charset="0"/>
            </a:endParaRPr>
          </a:p>
        </p:txBody>
      </p:sp>
      <p:sp>
        <p:nvSpPr>
          <p:cNvPr id="25" name="TextBox 24"/>
          <p:cNvSpPr txBox="1"/>
          <p:nvPr/>
        </p:nvSpPr>
        <p:spPr>
          <a:xfrm>
            <a:off x="8655286" y="3468902"/>
            <a:ext cx="1287704" cy="523220"/>
          </a:xfrm>
          <a:prstGeom prst="rect">
            <a:avLst/>
          </a:prstGeom>
          <a:noFill/>
        </p:spPr>
        <p:txBody>
          <a:bodyPr wrap="square" rtlCol="0">
            <a:spAutoFit/>
          </a:bodyPr>
          <a:lstStyle/>
          <a:p>
            <a:pPr algn="ctr"/>
            <a:r>
              <a:rPr lang="en-US" sz="1400" b="1" dirty="0">
                <a:latin typeface="Arial Black" panose="020B0A04020102020204" pitchFamily="34" charset="0"/>
              </a:rPr>
              <a:t>Easy navigation</a:t>
            </a:r>
            <a:endParaRPr lang="en-US" sz="1400" b="1" dirty="0">
              <a:latin typeface="Arial Black" panose="020B0A04020102020204" pitchFamily="34" charset="0"/>
            </a:endParaRPr>
          </a:p>
        </p:txBody>
      </p:sp>
      <p:sp>
        <p:nvSpPr>
          <p:cNvPr id="38" name="TextBox 37"/>
          <p:cNvSpPr txBox="1"/>
          <p:nvPr/>
        </p:nvSpPr>
        <p:spPr>
          <a:xfrm>
            <a:off x="9355893" y="5163998"/>
            <a:ext cx="1174193" cy="307777"/>
          </a:xfrm>
          <a:prstGeom prst="rect">
            <a:avLst/>
          </a:prstGeom>
          <a:noFill/>
        </p:spPr>
        <p:txBody>
          <a:bodyPr wrap="square" rtlCol="0">
            <a:spAutoFit/>
          </a:bodyPr>
          <a:lstStyle/>
          <a:p>
            <a:pPr algn="ctr"/>
            <a:r>
              <a:rPr lang="en-US" sz="1400" b="1" dirty="0">
                <a:latin typeface="Arial Black" panose="020B0A04020102020204" pitchFamily="34" charset="0"/>
              </a:rPr>
              <a:t>Engaging</a:t>
            </a:r>
            <a:endParaRPr lang="en-US" sz="1400" b="1" dirty="0">
              <a:latin typeface="Arial Black" panose="020B0A04020102020204" pitchFamily="34" charset="0"/>
            </a:endParaRPr>
          </a:p>
        </p:txBody>
      </p:sp>
      <p:sp>
        <p:nvSpPr>
          <p:cNvPr id="42" name="TextBox 41"/>
          <p:cNvSpPr txBox="1"/>
          <p:nvPr/>
        </p:nvSpPr>
        <p:spPr>
          <a:xfrm>
            <a:off x="1228491" y="2065118"/>
            <a:ext cx="1338962" cy="307777"/>
          </a:xfrm>
          <a:prstGeom prst="rect">
            <a:avLst/>
          </a:prstGeom>
          <a:noFill/>
        </p:spPr>
        <p:txBody>
          <a:bodyPr wrap="square" rtlCol="0">
            <a:spAutoFit/>
          </a:bodyPr>
          <a:lstStyle/>
          <a:p>
            <a:r>
              <a:rPr lang="en-US" sz="1400" b="1" dirty="0">
                <a:latin typeface="Arial Black" panose="020B0A04020102020204" pitchFamily="34" charset="0"/>
              </a:rPr>
              <a:t>Interactive</a:t>
            </a:r>
            <a:endParaRPr lang="en-US" sz="1400" b="1" dirty="0">
              <a:latin typeface="Arial Black" panose="020B0A04020102020204" pitchFamily="34" charset="0"/>
            </a:endParaRPr>
          </a:p>
        </p:txBody>
      </p:sp>
      <p:sp>
        <p:nvSpPr>
          <p:cNvPr id="45" name="TextBox 44"/>
          <p:cNvSpPr txBox="1"/>
          <p:nvPr/>
        </p:nvSpPr>
        <p:spPr>
          <a:xfrm>
            <a:off x="1164785" y="5173204"/>
            <a:ext cx="1256351" cy="307777"/>
          </a:xfrm>
          <a:prstGeom prst="rect">
            <a:avLst/>
          </a:prstGeom>
          <a:noFill/>
        </p:spPr>
        <p:txBody>
          <a:bodyPr wrap="square" rtlCol="0">
            <a:spAutoFit/>
          </a:bodyPr>
          <a:lstStyle/>
          <a:p>
            <a:r>
              <a:rPr lang="en-US" sz="1400" b="1" dirty="0">
                <a:latin typeface="Arial Black" panose="020B0A04020102020204" pitchFamily="34" charset="0"/>
              </a:rPr>
              <a:t>Attractive</a:t>
            </a:r>
            <a:endParaRPr lang="en-US" sz="1400" b="1" dirty="0">
              <a:latin typeface="Arial Black" panose="020B0A040201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2471469"/>
            <a:ext cx="7315200" cy="914400"/>
          </a:xfrm>
        </p:spPr>
        <p:txBody>
          <a:bodyPr/>
          <a:lstStyle/>
          <a:p>
            <a:r>
              <a:rPr lang="en-US" sz="4400" b="1" u="sng" dirty="0">
                <a:latin typeface="Baskerville Old Face" panose="02020602080505020303" pitchFamily="18" charset="0"/>
              </a:rPr>
              <a:t>Thank You</a:t>
            </a:r>
            <a:endParaRPr lang="en-US" sz="4400" b="1" u="sng" dirty="0">
              <a:latin typeface="Baskerville Old Face" panose="02020602080505020303" pitchFamily="18" charset="0"/>
            </a:endParaRPr>
          </a:p>
        </p:txBody>
      </p:sp>
      <p:sp>
        <p:nvSpPr>
          <p:cNvPr id="5" name="Slide Number Placeholder 4"/>
          <p:cNvSpPr>
            <a:spLocks noGrp="1"/>
          </p:cNvSpPr>
          <p:nvPr>
            <p:ph type="sldNum" sz="quarter" idx="12"/>
          </p:nvPr>
        </p:nvSpPr>
        <p:spPr/>
        <p:txBody>
          <a:bodyPr/>
          <a:lstStyle/>
          <a:p>
            <a:fld id="{FFC4ABB8-5B0F-4AA4-B6A6-7C7E2BD089D3}"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2018</Words>
  <Application>WPS Presentation</Application>
  <PresentationFormat>Widescreen</PresentationFormat>
  <Paragraphs>79</Paragraphs>
  <Slides>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vt:i4>
      </vt:variant>
    </vt:vector>
  </HeadingPairs>
  <TitlesOfParts>
    <vt:vector size="21" baseType="lpstr">
      <vt:lpstr>Arial</vt:lpstr>
      <vt:lpstr>SimSun</vt:lpstr>
      <vt:lpstr>Wingdings</vt:lpstr>
      <vt:lpstr>MS PGothic</vt:lpstr>
      <vt:lpstr>Calibri</vt:lpstr>
      <vt:lpstr>Times New Roman</vt:lpstr>
      <vt:lpstr>Arial Black</vt:lpstr>
      <vt:lpstr>Baskerville Old Face</vt:lpstr>
      <vt:lpstr>Söhne</vt:lpstr>
      <vt:lpstr>Microsoft YaHei</vt:lpstr>
      <vt:lpstr>Arial Unicode MS</vt:lpstr>
      <vt:lpstr>HAPPY FAMILY</vt:lpstr>
      <vt:lpstr>Office Theme</vt:lpstr>
      <vt:lpstr>PowerPoint 演示文稿</vt:lpstr>
      <vt:lpstr>Introduction</vt:lpstr>
      <vt:lpstr>Problems Faced </vt:lpstr>
      <vt:lpstr>Solutions to the problems</vt:lpstr>
      <vt:lpstr>Interface</vt:lpstr>
      <vt:lpstr>Registration Form</vt:lpstr>
      <vt:lpstr>Key features </vt:lpstr>
      <vt:lpstr>Thank You</vt:lpstr>
    </vt:vector>
  </TitlesOfParts>
  <Company>CCC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OVER After Effect</cp:lastModifiedBy>
  <cp:revision>1697</cp:revision>
  <dcterms:created xsi:type="dcterms:W3CDTF">2010-04-09T07:36:00Z</dcterms:created>
  <dcterms:modified xsi:type="dcterms:W3CDTF">2025-11-11T05:04:16Z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CF6FACAA5A9C4A79B81B2D9CA24AE44D_12</vt:lpwstr>
  </property>
  <property fmtid="{D5CDD505-2E9C-101B-9397-08002B2CF9AE}" pid="3" name="KSOProductBuildVer">
    <vt:lpwstr>1033-12.2.0.23155</vt:lpwstr>
  </property>
</Properties>
</file>